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65239"/>
            <a:ext cx="7772400" cy="1986117"/>
          </a:xfrm>
        </p:spPr>
        <p:txBody>
          <a:bodyPr>
            <a:normAutofit/>
          </a:bodyPr>
          <a:lstStyle/>
          <a:p>
            <a:r>
              <a:rPr dirty="0"/>
              <a:t>Care Transition Efficiency &amp; Placement Outcome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67665"/>
            <a:ext cx="6400800" cy="2571135"/>
          </a:xfrm>
        </p:spPr>
        <p:txBody>
          <a:bodyPr>
            <a:normAutofit fontScale="70000" lnSpcReduction="20000"/>
          </a:bodyPr>
          <a:lstStyle/>
          <a:p>
            <a:r>
              <a:rPr dirty="0">
                <a:solidFill>
                  <a:schemeClr val="tx1"/>
                </a:solidFill>
              </a:rPr>
              <a:t>Internship Project – Unified Mentor</a:t>
            </a:r>
          </a:p>
          <a:p>
            <a:r>
              <a:rPr dirty="0">
                <a:solidFill>
                  <a:schemeClr val="tx1"/>
                </a:solidFill>
              </a:rPr>
              <a:t>Process Efficiency Evaluation of the UAC Care Pipeline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Name: RAJOLI VISHNU VARDAN REDY</a:t>
            </a:r>
          </a:p>
          <a:p>
            <a:r>
              <a:rPr dirty="0">
                <a:solidFill>
                  <a:schemeClr val="tx1"/>
                </a:solidFill>
              </a:rPr>
              <a:t>Internship ID: UMID12012677832</a:t>
            </a:r>
          </a:p>
          <a:p>
            <a:r>
              <a:rPr dirty="0">
                <a:solidFill>
                  <a:schemeClr val="tx1"/>
                </a:solidFill>
              </a:rPr>
              <a:t>Duration: 3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UAC Program operates as a multi-stage care and reunification pipeline</a:t>
            </a:r>
          </a:p>
          <a:p>
            <a:r>
              <a:t>Speed and continuity are critical for child welfare outcomes</a:t>
            </a:r>
          </a:p>
          <a:p>
            <a:r>
              <a:t>Traditional monitoring focuses mainly on custody counts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visibility into CBP → HHS transfer efficiency</a:t>
            </a:r>
          </a:p>
          <a:p>
            <a:r>
              <a:t>Discharges not clearly aligned with inflows</a:t>
            </a:r>
          </a:p>
          <a:p>
            <a:r>
              <a:t>Care backlogs remain hidden without process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 care transition efficiency</a:t>
            </a:r>
          </a:p>
          <a:p>
            <a:r>
              <a:t>Evaluate discharge and placement outcomes</a:t>
            </a:r>
          </a:p>
          <a:p>
            <a:r>
              <a:t>Identify delays and system bottlenecks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UAC Care 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CBP Custody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HHS 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Sponsor Placement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 time-series operational dataset</a:t>
            </a:r>
          </a:p>
          <a:p>
            <a:r>
              <a:t>Covers CBP intake, transfers, HHS care, and discharges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Efficiency Ratio</a:t>
            </a:r>
          </a:p>
          <a:p>
            <a:r>
              <a:t>Discharge Effectiveness Index</a:t>
            </a:r>
          </a:p>
          <a:p>
            <a:r>
              <a:t>Pipeline Throughput</a:t>
            </a:r>
          </a:p>
          <a:p>
            <a:r>
              <a:t>Backlog Accumulation Rate</a:t>
            </a:r>
          </a:p>
          <a:p>
            <a:r>
              <a:t>Outcome Stability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 built using Streamlit</a:t>
            </a:r>
          </a:p>
          <a:p>
            <a:r>
              <a:t>Live KPIs and trend analysis</a:t>
            </a:r>
          </a:p>
          <a:p>
            <a:r>
              <a:t>Deployed on Streamlit Community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6C0D9-33F6-97AF-CC4B-C32975084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5" y="1017431"/>
            <a:ext cx="7236542" cy="443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4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8A2A72-0B72-3EAC-F9A3-00C71C218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2" y="1387928"/>
            <a:ext cx="6951406" cy="408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7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Transfers are relatively stable</a:t>
            </a:r>
          </a:p>
          <a:p>
            <a:r>
              <a:t>Sponsor placement is the primary bottleneck</a:t>
            </a:r>
          </a:p>
          <a:p>
            <a:r>
              <a:t>Backlogs increase when discharges slow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Streamline sponsor vetting and placement</a:t>
            </a:r>
          </a:p>
          <a:p>
            <a:r>
              <a:t>Use KPIs as early warning indicators</a:t>
            </a:r>
          </a:p>
          <a:p>
            <a:r>
              <a:t>Improve surge-period coordination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 from capacity monitoring to efficiency analysis</a:t>
            </a:r>
          </a:p>
          <a:p>
            <a:r>
              <a:t>Dashboard supports data-driven decision-making</a:t>
            </a:r>
          </a:p>
          <a:p>
            <a:r>
              <a:t>Improves reunification timelines and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216</Words>
  <Application>Microsoft Office PowerPoint</Application>
  <PresentationFormat>On-screen Show (4:3)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Care Transition Efficiency &amp; Placement Outcome Analytics</vt:lpstr>
      <vt:lpstr>Project Background</vt:lpstr>
      <vt:lpstr>Problem Statement</vt:lpstr>
      <vt:lpstr>Project Objectives</vt:lpstr>
      <vt:lpstr>UAC Care Pipeline Flow</vt:lpstr>
      <vt:lpstr>Dataset Overview</vt:lpstr>
      <vt:lpstr>Key Performance Indicators (KPIs)</vt:lpstr>
      <vt:lpstr>Dashboard Implementation</vt:lpstr>
      <vt:lpstr>PowerPoint Presentation</vt:lpstr>
      <vt:lpstr>PowerPoint Presentation</vt:lpstr>
      <vt:lpstr>Results &amp;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rajoli vishnuvardan ready</cp:lastModifiedBy>
  <cp:revision>2</cp:revision>
  <dcterms:created xsi:type="dcterms:W3CDTF">2013-01-27T09:14:16Z</dcterms:created>
  <dcterms:modified xsi:type="dcterms:W3CDTF">2026-01-31T12:04:00Z</dcterms:modified>
  <cp:category/>
</cp:coreProperties>
</file>